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72db-4792-8b0e-8000-0000782b6015.png?kimi-sig=TH8cAgoOKtr4MWUTgBhaFEEOGVdhASjLq__qbBzrpG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72e0-9002-8113-8000-0000117c0575.png?kimi-sig=HEQZCiVK5hzGxRde-OsYSMLdPx6RHciWJDnJjDa-So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72e9-0a22-8448-8000-00004eee3f81.png?kimi-sig=owFiByMOv3IOc3CrMtoUazQq3cx2bzk3uEzSGSAlZg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72f0-a522-8ced-8000-0000f15c1832.png?kimi-sig=53mWcSt0es6nV5d7Nxjmb8rItVMgvO5URNlOq8PlJB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72e3-9352-83a1-8000-00009748a629.png?kimi-sig=68-Kkd7Otl3-oYobXyLxWRWUh0aj_nHvnzSnUlr3uj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72ed-c6a2-863a-8000-0000c4933c75.png?kimi-sig=UjwgkOWKPaZKzDb_Kla64E0kjpry2R-oU3Ra5HeSq1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730a-2062-85f1-8000-0000264377ea.png?kimi-sig=z_5iz2zBDnXgg-g7qNTVWoImK-qeK5ckq8vVYtiXyQ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7309-5ab2-8337-8000-0000b27d6cb8.png?kimi-sig=z125j3qS_4FnE73fl49Uk7uDYoZltyiVEpcuCPonyp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72fc-abc2-8706-8000-00000b83bb8d.png?kimi-sig=ChMOlr2uwAITaJz44StMvkZATfqlOwWx-Pe5ScwUtk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7301-5792-8c39-8000-000004657681.png?kimi-sig=4cpoVuNHTSvF3rSx9XpUpJYH33GNBTZPKUnva0K6yC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72f7-bdb2-8ecc-8000-00008f9c89db.png?kimi-sig=AIB-WbIeef8xOJQKQKlNtdLjvIDQ0MPoqzx2Mni4sQ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730f-f352-871d-8000-00008b8469ad.png?kimi-sig=4dAtv0mi16bRkVV6jK8SwJpV9YxPzRLqKRZW44wH3L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7315-36a2-87e9-8000-0000fa353cc8.png?kimi-sig=Wn8-ivjgIeQwzuuIPKdpv0Pf35NnwVVWjn8isFONgM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732c-63d2-8564-8000-0000daef9e54.png?kimi-sig=nmmMh_VqzXLhg7h-_HEZ4fFkzvVwJgXaRIxmIoW6Wx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7317-5822-8c90-8000-0000c9601583.png?kimi-sig=avzc1CThKMHz6h9dpdgZHv7gDiR6AuzeBqQ9ISgaO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7310-5692-8ca0-8000-000027b65719.png?kimi-sig=uXhAUCS2H9mVpf48f5ponfAHJSVitZjWdGlmTtXx38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7334-65c2-89ea-8000-00005ac90ee0.png?kimi-sig=xW8IwLGyTDB4f3XmRihQMcpOoIK_qg6ER3WzydSLG_Q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7332-7472-8164-8000-00001b516216.png?kimi-sig=mJWfhLRV1KuWyhiMeRtEer7sTsRTQxfXG8fQgVbVO0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7335-c572-86a9-8000-0000c9540e22.png?kimi-sig=TQgsx5AfM9d2x-wDJ5nbOMaKf9HPJQO32I-Xcxcyo9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7331-e0f2-82e3-8000-00006294982d.png?kimi-sig=lCx5LQNODAIPVkIGj32UELZljbH4fmrXQXIkXs4oSn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7331-e502-8b03-8000-00007ecaa93c.png?kimi-sig=SsArSzxVVye0vFU6vLuSIYC_SX8B9ZTQ7GB0PibN_t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7348-c2a2-8367-8000-00009e4c9cd8.png?kimi-sig=yq1n453T6L6-XYJVBe35o-B3POBZNZZGWtUIQGaEs4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733a-d572-82e1-8000-000003d61309.png?kimi-sig=3aJi8xpYoJrKnCkQLt7rfhB8-kyiEoEVu-Hkily4eL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733b-31a2-8a6d-8000-000045c885d8.png?kimi-sig=AUurNIYH2K0PEWW5nksIwvF3ltuTkddUadWDv9jwq7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HGL Masterclass: From Glyphs to Governance</dc:title>
  <dc:subject>HGL Masterclass: From Glyphs to Governance</dc:subject>
  <dc:creator>Kimi</dc:creator>
  <cp:lastModifiedBy>Kimi</cp:lastModifiedBy>
  <cp:revision>1</cp:revision>
  <dcterms:created xsi:type="dcterms:W3CDTF">2025-12-22T17:57:24Z</dcterms:created>
  <dcterms:modified xsi:type="dcterms:W3CDTF">2025-12-22T17:57:24Z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{"Label":"HGL Masterclass: From Glyphs to Governance","ContentProducer":"001191110108MACG2KBH8F10000","ProduceID":"19b472cf-9332-8129-8000-00004c3bb053","ReservedCode1":"","ContentPropagator":"001191110108MACG2KBH8F20000","PropagateID":"19b472cf-9332-8129-8000-00004c3bb053","ReservedCode2":""}</vt:lpwstr>
  </property>
</Properties>
</file>