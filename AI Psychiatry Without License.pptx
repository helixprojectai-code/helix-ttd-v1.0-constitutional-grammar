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102d-2822-892a-8000-00009c36c611.png?kimi-sig=_BTcYpGgwXFOnAxbqooFd9FBATnyUUufmVANUAnbjE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1038-4aa2-8135-8000-000075fa456d.png?kimi-sig=nT4Jhb1GQRyrSwBLvCBLtXOKNGxlxWu4kMDr3KVDz5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1038-9c52-8629-8000-00007b0e9916.png?kimi-sig=rke2Di-tseHSKJ7fm0ocqhzX63bW2IgUY3J7di_ROE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103c-9e02-8b3d-8000-000027f77c4c.png?kimi-sig=ajutZA56rp8usKbnZYh-m0Xm-NVeYlNw3Lrq0Du-Ks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1037-f102-8e9f-8000-0000a4129447.png?kimi-sig=E7yUfn1-rzeKrbaEmx7XPhk9XSq1KrLOv6MZga88rg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103d-43b2-8ede-8000-0000a65ff10f.png?kimi-sig=JvjOgg9xERfzqPBt3eeaeSN7Qh3ndbjkGeOtxfjnGa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104b-4ce2-8317-8000-000087f10a1c.png?kimi-sig=sW5LlxQspqPlGG4Xwk9iq5ccckx_FLnQ3uHQXObDMbQ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104a-2282-80ae-8000-000074945ef8.png?kimi-sig=rLpGWelkYkReeQFAf0bwGP3glspxZ751oo4H3WeQhw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1049-92f2-8c8b-8000-0000eaa44105.png?kimi-sig=nRWKUVudVyGXyJq1uWg6GlMV069RN_-sqJ_h0G7SSe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104c-d292-8624-8000-000006bdf102.png?kimi-sig=fGmFYl29HElNwm5Rss4sKovNYAHxU3FRZqTdKlofGq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1049-df32-8bd0-8000-00000837ebe5.png?kimi-sig=alprxXA8cjC_lYCDCAoDZGxnKjhsvNHW-r_YE8tHuq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105a-fe82-8df7-8000-000066a81e9c.png?kimi-sig=RKYmq_wU1qfzhL_GT8RbMzNoJ7KdNnj2VVKieKUaQA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Psychiatry Without License</dc:title>
  <dc:subject>AI Psychiatry Without License</dc:subject>
  <dc:creator>Kimi</dc:creator>
  <cp:lastModifiedBy>Kimi</cp:lastModifiedBy>
  <cp:revision>1</cp:revision>
  <dcterms:created xsi:type="dcterms:W3CDTF">2025-12-21T13:08:04Z</dcterms:created>
  <dcterms:modified xsi:type="dcterms:W3CDTF">2025-12-21T13:08:04Z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{"Label":"AI Psychiatry Without License","ContentProducer":"001191110108MACG2KBH8F10000","ProduceID":"19b41022-1152-8d84-8000-00000f96ece1","ReservedCode1":"","ContentPropagator":"001191110108MACG2KBH8F20000","PropagateID":"19b41022-1152-8d84-8000-00000f96ece1","ReservedCode2":""}</vt:lpwstr>
  </property>
</Properties>
</file>