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84aa-6b92-83d8-8000-00007a0665eb.png?kimi-sig=vOk2qgY1_dCxy2Qkl3-ssmMePxYAaQgF3L5LBRMNAK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84af-6792-8f23-8000-000072c29e6d.png?kimi-sig=ozxcJjXWDv93DQBsqt7ru7XCnXjasiz2yXgYyiUnWM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84b5-c032-89a2-8000-0000fb33efd7.png?kimi-sig=CnyEa6O80xLyNj4THjeRBtbhlL36Wys2kllLTIA4r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84b0-7b12-8012-8000-000025227e50.png?kimi-sig=8Z0JFySAAWeauUOI-rV4NQkYduzu7w74ZatGy6R2DN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84b0-14a2-8311-8000-0000b59a2718.png?kimi-sig=QGnEOSQXjZ4nYOfMgkC4L2sukXNOt6u5uwjTIXrqvb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84b4-9672-8fac-8000-0000e6b07746.png?kimi-sig=QhWKsAb5dS-pocahEbUa830UAmVSjQSX9gzrooD_bi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84ba-7352-8ca7-8000-00009f24b30a.png?kimi-sig=6dTeLuu3-DrpMvdnt3LwV8_W-rO5MnyivsKwunW8l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84c0-9692-83e8-8000-00002613ca9a.png?kimi-sig=jbBkb-ECO9f9-UvU6tB4SDNwx1I0UK2-c_w_rjld7d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84bc-e932-810a-8000-0000acf261f4.png?kimi-sig=KzVf0Tob7L9yWkCqLds6qCEghDzyyzxWVnTUK7btcA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Quiescence Markers Q₁-Q₄</dc:title>
  <dc:subject>Quiescence Markers Q₁-Q₄</dc:subject>
  <dc:creator>Kimi</dc:creator>
  <cp:lastModifiedBy>Kimi</cp:lastModifiedBy>
  <cp:revision>1</cp:revision>
  <dcterms:created xsi:type="dcterms:W3CDTF">2026-01-01T06:44:32Z</dcterms:created>
  <dcterms:modified xsi:type="dcterms:W3CDTF">2026-01-01T06:44:32Z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{"Label":"Quiescence Markers Q₁-Q₄","ContentProducer":"001191110108MACG2KBH8F10000","ProduceID":"19b784a1-a1e2-8247-8000-00005eeccc30","ReservedCode1":"","ContentPropagator":"001191110108MACG2KBH8F20000","PropagateID":"19b784a1-a1e2-8247-8000-00005eeccc30","ReservedCode2":""}</vt:lpwstr>
  </property>
</Properties>
</file>