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9a-72a2-8483-8000-0000792eedbd.png?kimi-sig=3DLbKRLqSsH_SSQMtvykAPqppHQ9kI4oOCHSTzslqH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a7-7e12-80e6-8000-0000bae904e3.png?kimi-sig=NhruDw2zrHXh2d3205AD8XcRzIrPSefsifChtHJIte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a3-7962-868a-8000-000062953454.png?kimi-sig=9M2JD9mia_oeuVEtSpbFhOyuN12ZxOsuruVIMIZZpZ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ab-db72-84f3-8000-0000258ea418.png?kimi-sig=WqFiQWYJR0AA_05PBWAR2GvyLlpwNjs8EQ6Vy88zZ_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a3-f3e2-884c-8000-00006fcd7d7f.png?kimi-sig=Yjly-i6iYvnuX4nFVKpmIj9ru2sboPhQS50TtFojGz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a5-0f52-8274-8000-0000cfd88b8a.png?kimi-sig=7_2vHpexbOt02VCjcbFqXhej23wKzzF4vEj7_mts6L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b6-6db2-848e-8000-0000dae0e693.png?kimi-sig=wpW5_zOk8fH5b1cEK2aUu89R3Of-Werllid07kv7K9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b6-0332-87ce-8000-000054f7d145.png?kimi-sig=dN3nShb7wp0PB14H4I1bEcJFTAMKJc_i08yEoTb2EP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b6-6ea2-8332-8000-0000714cdc93.png?kimi-sig=nvvFWry9KXiC272u9dsuXni7jC551q_gHLPQ19wZ-R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bc-5982-8081-8000-00004ab7f2aa.png?kimi-sig=RO2Z8rX_BIJFD_PVoWnCFvD13eHXmcJLUAFo-gGsZx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b6-1052-8d9c-8000-00008243911e.png?kimi-sig=82WEC1Uj_syqH9hvG0b_-a0hwGXOjomEBXsTy6iEC0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c7-eef2-8e5f-8000-00009c6ed283.png?kimi-sig=bYW_kKxNPNcE7-rL0ZROZriwBr6fDL3GAYZEBf7gb_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c8-4a52-86f5-8000-0000f4300c28.png?kimi-sig=AXf1ZvlTyQEZVY3PYnCVw3q63aeKZjjCt8O4WGangZ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c7-2e12-80d4-8000-0000d1609158.png?kimi-sig=swWyIVDBMQ0Q9As2H6uGcT1mY4tVLabBdCFLjGIxKm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c6-b2b2-80d6-8000-00005ea4378d.png?kimi-sig=AXY9oy0NN0hFalSqSmvdVA4dE4G6Pmyi4k-9z6786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ca-5e72-8fd3-8000-0000520829d2.png?kimi-sig=8yb7xSq1UmgLY4VSN7jJkuYDk6IHQAAAMiqbLQnhf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d5-95b2-832b-8000-0000e95bf0c4.png?kimi-sig=kmEq654s_ssUmjpS_v6jIY0I_jU0xmksH7Fgb-VQEm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4a6d8-28e2-822d-8000-0000c2408b4d.png?kimi-sig=U7cWPGYWWNJNFmYuiY_7_CFhNXx_wezKKgr0F_Hz9i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Self-Reflection &amp; Governance</dc:title>
  <dc:subject>AI Self-Reflection &amp; Governance</dc:subject>
  <dc:creator>Kimi</dc:creator>
  <cp:lastModifiedBy>Kimi</cp:lastModifiedBy>
  <cp:revision>1</cp:revision>
  <dcterms:created xsi:type="dcterms:W3CDTF">2025-12-23T08:58:03Z</dcterms:created>
  <dcterms:modified xsi:type="dcterms:W3CDTF">2025-12-23T08:58:03Z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Self-Reflection &amp; Governance","ContentProducer":"001191110108MACG2KBH8F10000","ProduceID":"19b4a68d-c852-8070-8000-0000cb8135f0","ReservedCode1":"","ContentPropagator":"001191110108MACG2KBH8F20000","PropagateID":"19b4a68d-c852-8070-8000-0000cb8135f0","ReservedCode2":""}</vt:lpwstr>
  </property>
</Properties>
</file>