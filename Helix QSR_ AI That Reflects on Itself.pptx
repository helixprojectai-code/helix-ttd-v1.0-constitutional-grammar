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65-3bd2-81fd-8000-0000d54be48a.png?kimi-sig=cLQGxrDu_bSdNxQXqcduOobT0K-OKhy6PqFHYKJ7ay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6c-4aa2-837f-8000-000069d6adea.png?kimi-sig=J9S55mtC8yn0fb3teNWoyZoZwp27DztqzpKXuhtGfu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6b-d672-8d31-8000-00006985b801.png?kimi-sig=HbFvk9nOSvOn9XkhSzUzHYl93IwkOkRbJd8RNHE-W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6c-bc52-8c86-8000-0000b89aeeb1.png?kimi-sig=9TICyfBU3YQcDaEjfgOOXwkFVEdL6Sek3J1nmveKJf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6f-ca62-839c-8000-0000bd0cfcf9.png?kimi-sig=Xnn1wtk6edeJhErkKaw0DieoF_3gzRG0CmmMtqQTw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6c-8a42-8959-8000-000057fd2844.png?kimi-sig=CoK-Z3WYJ9iIp0V87r30T-ecM6DBbFMMtqiioJsyE3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85-2fa2-8b2a-8000-00002ea32f2b.png?kimi-sig=y-1p5WJVoyuabURfWLj9FSL2L7w_Tm2D56G-uuBNOq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81-7cd2-8ad0-8000-00005c69d015.png?kimi-sig=CtoPC_PA3uHKvOdiRuZtPWbQ8l0ll6L0fpUhd-kqgM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84-da22-8cbb-8000-0000df1ab60c.png?kimi-sig=cmdnbjte5Gg4OjH64t7E_GkFXStoCwqVpzbtwN-PVa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76-5e02-813d-8000-00006b788e1e.png?kimi-sig=p8dV0GKsNetOr5rK8ZQ2CSNE-7Tseuhae4L-ihnIDR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7a-1e32-82e6-8000-000003d08b64.png?kimi-sig=e0RmDyb4Sz-ASopw07wfEh6JjN1VgCY3ybEEgUmKOp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728a-a902-81cc-8000-00005039fb4a.png?kimi-sig=T-KrUdTE2XmBxxWczSTOMEmSyYr-NQQUUwdZMzXrl4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Helix QSR: AI That Reflects on Itself</dc:title>
  <dc:subject>Helix QSR: AI That Reflects on Itself</dc:subject>
  <dc:creator>Kimi</dc:creator>
  <cp:lastModifiedBy>Kimi</cp:lastModifiedBy>
  <cp:revision>1</cp:revision>
  <dcterms:created xsi:type="dcterms:W3CDTF">2025-12-22T17:45:53Z</dcterms:created>
  <dcterms:modified xsi:type="dcterms:W3CDTF">2025-12-22T17:45:53Z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{"Label":"Helix QSR: AI That Reflects on Itself","ContentProducer":"001191110108MACG2KBH8F10000","ProduceID":"19b4725f-0dc2-82a8-8000-00003a7a1e73","ReservedCode1":"","ContentPropagator":"001191110108MACG2KBH8F20000","PropagateID":"19b4725f-0dc2-82a8-8000-00003a7a1e73","ReservedCode2":""}</vt:lpwstr>
  </property>
</Properties>
</file>