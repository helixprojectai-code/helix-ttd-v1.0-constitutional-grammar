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7f-add2-8bba-8000-00000fe3ea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92-1a72-8be8-8000-0000610e10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8b-4df2-8e61-8000-0000d1c760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8b-8172-8613-8000-00004a4151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8c-69c2-8a77-8000-00007ad544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8d-2972-8b24-8000-0000dc225d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518-9722-8363-8000-000060bf3a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a3-7db2-87f0-8000-000091b279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a8-2322-817a-8000-000053cb8e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a0-1f32-8dfc-8000-0000c3f8802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4a3-4b62-8777-8000-0000c8a404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528-6b42-8486-8000-0000c9d686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523-f582-8a29-8000-0000858436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52a-6492-80ae-8000-0000056689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526-7302-847a-8000-00007a4b0a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5fc-f5c2-8cbd-8000-000084268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60f-6d62-8375-8000-00006af27d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72f-1ac2-820d-8000-00002928b8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Helix-TTD v1.0 Constitutional Whitepaper</dc:title>
  <dc:subject>Helix-TTD v1.0 Constitutional Whitepaper</dc:subject>
  <dc:creator>Kimi</dc:creator>
  <cp:lastModifiedBy>Kimi</cp:lastModifiedBy>
  <cp:revision>1</cp:revision>
  <dcterms:created xsi:type="dcterms:W3CDTF">2025-12-02T09:51:22Z</dcterms:created>
  <dcterms:modified xsi:type="dcterms:W3CDTF">2025-12-02T09:51:22Z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{"Label":"Helix-TTD v1.0 Constitutional Whitepaper","ContentProducer":"001191110108MACG2KBH8F10000","ProduceID":"d4najifahd8a1cbd0r90","ReservedCode1":"","ContentPropagator":"001191110108MACG2KBH8F20000","PropagateID":"d4najifahd8a1cbd0r90","ReservedCode2":""}</vt:lpwstr>
  </property>
</Properties>
</file>