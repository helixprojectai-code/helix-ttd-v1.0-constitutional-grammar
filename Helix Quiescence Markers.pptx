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2a-9aa2-8ac7-8000-0000fee822b1.png?kimi-sig=XL5HV6w1pNHb3XMPP9Sr_oVN1wB79RgB2tDu8Piyhm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36-17a2-8011-8000-0000c266c2d6.png?kimi-sig=WUFnQC2kqsWXv37uia6KLbIQqZY6gE8qgbjgMKjwYw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37-0672-864e-8000-00009257216f.png?kimi-sig=EdbcrjlRWIDY6faKsHeAVZ1dnRBB-pUc9G8O09WJp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31-7902-89e9-8000-0000e3d56f2d.png?kimi-sig=SYMu7jAg0nMPp3JvPTUf-UO0uybLBoxddov8wJAgK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2f-7d02-8d66-8000-0000d3960c01.png?kimi-sig=r0t8_mrC_0pqRa4CHsLp266Sp1xcWXB6ll9t88tqez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30-7bb2-8ecb-8000-0000d1a38410.png?kimi-sig=h1xtZ6RHgMFu7-50hR3ONeyEi-O0mQcr9qAeLjwcw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3c-1682-840c-8000-00008c24b6cd.png?kimi-sig=DMhEGAoP9IW_r0e4sup3q7vWyOoAoGSPr-HaZotf51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3c-03f2-8444-8000-0000ae7abe47.png?kimi-sig=30h-fzYSSfC1jHebdtsMouYQSCFA5333PQn5yAGXKX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7833e-6c02-80c7-8000-0000d198eca8.png?kimi-sig=ME8ytCDnJMlUWEEhSVXR250CtY2d-f5DnPNuAi8x-p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 Quiescence Markers</dc:title>
  <dc:subject>Helix Quiescence Markers</dc:subject>
  <dc:creator>Kimi</dc:creator>
  <cp:lastModifiedBy>Kimi</cp:lastModifiedBy>
  <cp:revision>1</cp:revision>
  <dcterms:created xsi:type="dcterms:W3CDTF">2026-01-01T06:17:16Z</dcterms:created>
  <dcterms:modified xsi:type="dcterms:W3CDTF">2026-01-01T06:17:16Z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{"Label":"Helix Quiescence Markers","ContentProducer":"001191110108MACG2KBH8F10000","ProduceID":"19b78325-e152-8e7d-8000-0000effab9e7","ReservedCode1":"","ContentPropagator":"001191110108MACG2KBH8F20000","PropagateID":"19b78325-e152-8e7d-8000-0000effab9e7","ReservedCode2":""}</vt:lpwstr>
  </property>
</Properties>
</file>